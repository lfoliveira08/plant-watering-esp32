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 in one sentence: an ESP32 that waters a plant safely, checks the weather and plant needs, and has a dashboard we can use to demonstrate every safety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too little, too much, broken hardware. Credit the Instagram video by eazytronic3795 explicitly. Then list what we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sensors and weather in, ESP32 decides, relay and pump act, OLED, buzzer and dashboard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parts are Keyestudio sensors, Elegoo relay, and that the relay is active-HIGH as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hysteresis: start below the profile threshold, stop above the higher one so the pump does not chatter. Soak lets water reach the 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is independent. Boot OFF first, then interlocks, then limits, then fault latch.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Weather from Open-Meteo every 10 min, never while the pump runs. Temperature is forecast outdoor temperature, a stated limitation. Profiles are default values, tunable.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ESP32 serves this page itself. Simulations inject a condition on top of the real readings so we can demo each safety behavior on demand. Replace the preview image with a real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these in order; each takes about 20 seconds. Have the manual BOOT test ready as a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yellow cells from the real tests before presenting. Tests 1 and 2 were done during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in the photos and a short video clip of the pump 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findings from the real board. Stress verify-before-trust.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limitations. Security: dashboard has no login and plain HTTP, fine for a demo only. Stage 2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Mention the report has the full code and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5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4399 · Project 1 · Automatic Plant Watering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4399 ST · Cyber-Physical and IoT Systems · Fall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Plant Watering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Weather-aware, per-plant, with a live dashboard — Smart Greenhouse, stage 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October 20,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Oliveira &amp; [partner name]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Okan Çağlayan · University of the Incarnate Word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timer: what makes watering safe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fail from too little water… and from too much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pump that runs dry or never stops can burn out or flood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sensor or tube must not cause endless pumping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and heat change what the plant needs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754880" y="109728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0" y="1097280"/>
            <a:ext cx="64008" cy="123444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15361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"Automatic Plant Watering System" — Instagram video by eazytronic3795 (soil sensor + relay + pump).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246888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2468880"/>
            <a:ext cx="64008" cy="2103120"/>
          </a:xfrm>
          <a:prstGeom prst="rect">
            <a:avLst/>
          </a:prstGeom>
          <a:solidFill>
            <a:srgbClr val="2B5D3A"/>
          </a:solidFill>
          <a:ln w="12700">
            <a:solidFill>
              <a:srgbClr val="2B5D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3776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added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2907792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Tank-level interlock · hysteresis + run limit + soak · response check and FAULT latch · OLED status · weather forecast · temperature alert + buzzer · 3 plant profiles · web dashboard with simulations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4" name="Image 0" descr="/tmp/fig/b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3957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supply is isolated from the ESP32 by the relay contacts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sensors on ADC1 (D34, D35), not affected by Wi-Fi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dashboard use Wi-Fi; watering still works without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wiring (real ESP32)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4480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ESP32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D34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Soil sensor (S)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~0 in air, ~1500 in water; V to 3V3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D35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Water level sensor (S)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Tank LOW below raw 300; V to 3V3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D26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Relay header (S)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Active-HIGH; relay + to VIN (5 V)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COM / NO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Relay screws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Pump supply (+) → COM; NO → pump red; black → supply (−)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D21 / D22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OLED SSD1306 (0x3C)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I2C; VCC to 3V3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D27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Active buzzer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Temperature alert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D0 (BOOT)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Button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Manual pump test, max 5 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MB102 power module + optional 9 V battery, breadboard, jumper wires, tank and plant.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decides: a four-state machine</a:t>
            </a:r>
            <a:endParaRPr lang="en-US" sz="2800" dirty="0"/>
          </a:p>
        </p:txBody>
      </p:sp>
      <p:pic>
        <p:nvPicPr>
          <p:cNvPr id="4" name="Image 0" descr="/tmp/fig/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6243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794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start/stop thresholds per plant · 8 s run limit · 30 s soak (demo)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must rise ≥ 3% per run, otherwise the cycle counts as failed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failed cycles → FAULT: pump stays off until a physical EN reset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safety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64008" cy="1554480"/>
          </a:xfrm>
          <a:prstGeom prst="rect">
            <a:avLst/>
          </a:prstGeom>
          <a:solidFill>
            <a:srgbClr val="2B5D3A"/>
          </a:solidFill>
          <a:ln w="12700">
            <a:solidFill>
              <a:srgbClr val="2B5D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Boot OFF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361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is forced off in the first line of setup().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1097280"/>
            <a:ext cx="64008" cy="1554480"/>
          </a:xfrm>
          <a:prstGeom prst="rect">
            <a:avLst/>
          </a:prstGeom>
          <a:solidFill>
            <a:srgbClr val="2B5D3A"/>
          </a:solidFill>
          <a:ln w="12700">
            <a:solidFill>
              <a:srgbClr val="2B5D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Tank interlock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15361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tank blocks and stops the pump; no fault counted.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3504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097280"/>
            <a:ext cx="64008" cy="1554480"/>
          </a:xfrm>
          <a:prstGeom prst="rect">
            <a:avLst/>
          </a:prstGeom>
          <a:solidFill>
            <a:srgbClr val="2B5D3A"/>
          </a:solidFill>
          <a:ln w="12700">
            <a:solidFill>
              <a:srgbClr val="2B5D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Rain block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5361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chance ≥ 60% in 3 h blocks watering.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28346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834640"/>
            <a:ext cx="64008" cy="1554480"/>
          </a:xfrm>
          <a:prstGeom prst="rect">
            <a:avLst/>
          </a:prstGeom>
          <a:solidFill>
            <a:srgbClr val="2B5D3A"/>
          </a:solidFill>
          <a:ln w="12700">
            <a:solidFill>
              <a:srgbClr val="2B5D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Run limit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2735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 maximum per cycle; BOOT test 5 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246120" y="28346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46120" y="2834640"/>
            <a:ext cx="64008" cy="155448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2900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FAULT latch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32735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failed cycles disable the pump until EN reset.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080760" y="3657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pump runs only if every condition allows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awareness and plant profiles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likely → skip watering, the rain will do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outside the plant’s range → dashboard + OLED alert + buzzer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beeps = too hot · one long beep = too cold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down → soil logic still works; own network "PlantWater" for the dashboard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731520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Profile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Start &lt;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Stop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Temp °C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Basil (thirsty)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40%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70%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12–32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Aloe (drought-tolerant)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15%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35%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10–35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Fern (moist)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50%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80%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16–27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66344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 — [update if your three plants differ]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simulation buttons</a:t>
            </a:r>
            <a:endParaRPr lang="en-US" sz="2800" dirty="0"/>
          </a:p>
        </p:txBody>
      </p:sp>
      <p:pic>
        <p:nvPicPr>
          <p:cNvPr id="4" name="Image 0" descr="/tmp/fig/dash_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566160" cy="32735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preview — [replace with real screenshot]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097280"/>
          <a:ext cx="4389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Button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System response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Rain forecast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Watering blocked; running pump stops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Tank low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Pump blocked, no fault counted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Soil too dry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Pump starts, stops at 8 s limit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Temp too high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Alert + two short beeps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Temp too low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Alert + one long beep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297680" y="3977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cannot disable the run limit, tank interlock or fault latch.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plan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dashboard; select the Basil profile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too dry → pump starts, stops at 8 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 → pump blocked, dashboard says "rain will water it"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low → pump blocked, OLED "TANK LOW"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too high / too low → alert and buzzer; Silence button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Aloe or Fern → thresholds and healthy range change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hold the BOOT button for a 5 s manual pump run.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Expected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Relay polarity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Click ON with D26 HIGH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5D3A"/>
                          </a:solidFill>
                        </a:rPr>
                        <a:t>Active-HIGH 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Soil calibration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Distinct dry / wet values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5D3A"/>
                          </a:solidFill>
                        </a:rPr>
                        <a:t>~0 air, ~1500 water 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Full watering cycle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IDLE→WATERING→SOAKING→IDLE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200"/>
                          </a:solidFill>
                        </a:rPr>
                        <a:t>[TO FILL]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Tank low (real)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Pump blocked, no fault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200"/>
                          </a:solidFill>
                        </a:rPr>
                        <a:t>[TO FILL]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FAULT after 3 failed cycles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Pump off until EN reset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200"/>
                          </a:solidFill>
                        </a:rPr>
                        <a:t>[TO FILL]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Rain / tank / soil simulations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Block, block, run ≤ 8 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200"/>
                          </a:solidFill>
                        </a:rPr>
                        <a:t>[TO FILL]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Temp alerts + buzzer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Alert, two short / one long beep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200"/>
                          </a:solidFill>
                        </a:rPr>
                        <a:t>[TO FILL]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Live weather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1A"/>
                          </a:solidFill>
                        </a:rPr>
                        <a:t>Matches reference source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200"/>
                          </a:solidFill>
                        </a:rPr>
                        <a:t>[TO FILL]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photos and video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8E6"/>
          </a:solidFill>
          <a:ln w="19050">
            <a:solidFill>
              <a:srgbClr val="B26A00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[PHOTO: full setup]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FFF8E6"/>
          </a:solidFill>
          <a:ln w="19050">
            <a:solidFill>
              <a:srgbClr val="B26A0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4754880" y="10972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[PHOTO: OLED states]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8E6"/>
          </a:solidFill>
          <a:ln w="19050">
            <a:solidFill>
              <a:srgbClr val="B26A0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548640" y="29260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serial log / calibration]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rgbClr val="FFF8E6"/>
          </a:solidFill>
          <a:ln w="19050">
            <a:solidFill>
              <a:srgbClr val="B26A0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4754880" y="29260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[VIDEO STILL: pump starting]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hardware taught 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64008" cy="292608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is active-HIGH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36192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first assumed active-low. A relay-only test sketch with the pump disconnected caught it before anything ran by surprise.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1097280"/>
            <a:ext cx="64008" cy="292608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reads LOW when dry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1536192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opposite of YL-69 style probes in tutorials. We map percent from measured air and water readings (~0 and ~1500).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35040" y="10972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097280"/>
            <a:ext cx="64008" cy="292608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network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536192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Wi-Fi can block device-to-device links. The ESP32 falls back to its own "PlantWater" network so the dashboard always works.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one lesson from connecting the pump]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security and what’s next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36192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the forecast for the location, not at the plant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skip uses forecast probability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Resistive probe corrodes over time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no login, plain HTTP — demo only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values are defaults to tune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2B5D3A"/>
          </a:solidFill>
          <a:ln w="12700">
            <a:solidFill>
              <a:srgbClr val="2B5D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Smart Greenhouse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536192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Temperature/humidity sensor at the plant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light and shade control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profiles stored on the device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HTTPS, signed OTA updates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soil probe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"Automatic Plant Watering System" by eazytronic3795 (Instagram) · Weather data: Open-Meteo (CC BY 4.0) · Libraries: Adafruit SSD1306 / GFX, Arduino-ESP32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C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references in the Project Report, Appendix B.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University of the Incarnate Word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Plant Watering System - Project 1</dc:title>
  <dc:subject>PptxGenJS Presentation</dc:subject>
  <dc:creator>Luis Oliveira</dc:creator>
  <cp:lastModifiedBy>Luis Oliveira</cp:lastModifiedBy>
  <cp:revision>1</cp:revision>
  <dcterms:created xsi:type="dcterms:W3CDTF">2026-10-17T20:32:20Z</dcterms:created>
  <dcterms:modified xsi:type="dcterms:W3CDTF">2026-10-17T20:32:20Z</dcterms:modified>
</cp:coreProperties>
</file>